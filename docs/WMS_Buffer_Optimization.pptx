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Оптимизация буферной зоны склада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WMS Buffer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 Текущая ситуация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>
                <a:latin typeface="Courier New"/>
              </a:defRPr>
            </a:pPr>
            <a:r>
              <a:t>ХРАНЕНИЕ  ──[3 карщика]──►  БУФЕР (64 ячейки)  ──[20 сборщиков]──►  СБОРКА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• 3 карщика доставляют моно-палеты из хранения в буфер</a:t>
            </a:r>
          </a:p>
          <a:p>
            <a:pPr>
              <a:spcBef>
                <a:spcPts val="800"/>
              </a:spcBef>
              <a:defRPr sz="1800"/>
            </a:pPr>
            <a:r>
              <a:t>• 64 ячейки буфера — временное хранение для сборки</a:t>
            </a:r>
          </a:p>
          <a:p>
            <a:pPr>
              <a:spcBef>
                <a:spcPts val="800"/>
              </a:spcBef>
              <a:defRPr sz="1800"/>
            </a:pPr>
            <a:r>
              <a:t>• 20 сборщиков забирают товары и распределяют по заказам</a:t>
            </a:r>
          </a:p>
          <a:p>
            <a:pPr>
              <a:spcBef>
                <a:spcPts val="800"/>
              </a:spcBef>
              <a:defRPr sz="1800"/>
            </a:pPr>
            <a:r>
              <a:t>• Проблема: синхронизация подачи палет со скоростью сборки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 Почему это важно — потери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Ситуация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Последствия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Буфер пустой (&lt;15%)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Сборщики простаивают, заказы задерживаются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Буфер переполнен (&gt;70%)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Карщики ждут освобождения ячеек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Неравномерная нагрузка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Одни перегружены, другие простаивают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Каждый сбой потока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Задержка целой волны заказов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3. Решение — 3 уровня оптимизации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УРОВЕНЬ 3: ПРОГНОЗИРОВАНИЕ (Historical Layer)</a:t>
            </a:r>
          </a:p>
          <a:p>
            <a:pPr>
              <a:spcBef>
                <a:spcPts val="1200"/>
              </a:spcBef>
              <a:defRPr sz="2000"/>
            </a:pPr>
            <a:r>
              <a:t>   → ML-модели предсказывают время выполнения задач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УРОВЕНЬ 2: ПЛАНИРОВАНИЕ (Tactical Layer)</a:t>
            </a:r>
          </a:p>
          <a:p>
            <a:pPr>
              <a:spcBef>
                <a:spcPts val="1200"/>
              </a:spcBef>
              <a:defRPr sz="2000"/>
            </a:pPr>
            <a:r>
              <a:t>   → OR-Tools оптимизирует назначения и расписание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УРОВЕНЬ 1: РЕАГИРОВАНИЕ (Realtime Layer)</a:t>
            </a:r>
          </a:p>
          <a:p>
            <a:pPr>
              <a:spcBef>
                <a:spcPts val="1200"/>
              </a:spcBef>
              <a:defRPr sz="2000"/>
            </a:pPr>
            <a:r>
              <a:t>   → Гистерезис-контроллер управляет уровнем буфера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Принцип: Прогноз → План → Исполнение → Корректировка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ML-модели для прогнозирования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Модель 1: Время сборки (Picker Duration)</a:t>
            </a:r>
          </a:p>
          <a:p>
            <a:pPr>
              <a:spcBef>
                <a:spcPts val="1200"/>
              </a:spcBef>
              <a:defRPr sz="2000"/>
            </a:pPr>
            <a:r>
              <a:t>   Входы: ID сборщика, кол-во строк, кол-во товаров, час, день недели</a:t>
            </a:r>
          </a:p>
          <a:p>
            <a:pPr>
              <a:spcBef>
                <a:spcPts val="1200"/>
              </a:spcBef>
              <a:defRPr sz="2000"/>
            </a:pPr>
            <a:r>
              <a:t>   Выход: прогноз времени выполнения задания (секунды)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Модель 2: Время маршрута карщика (Forklift Duration)</a:t>
            </a:r>
          </a:p>
          <a:p>
            <a:pPr>
              <a:spcBef>
                <a:spcPts val="1200"/>
              </a:spcBef>
              <a:defRPr sz="2000"/>
            </a:pPr>
            <a:r>
              <a:t>   Входы: ID карщика, зона источника → зона назначения, вес палеты</a:t>
            </a:r>
          </a:p>
          <a:p>
            <a:pPr>
              <a:spcBef>
                <a:spcPts val="1200"/>
              </a:spcBef>
              <a:defRPr sz="2000"/>
            </a:pPr>
            <a:r>
              <a:t>   Выход: прогноз времени доставки (секунды)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База для обучения: 1.5 млн исторических записей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Оптимизация расписания (OR-Tools)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Задача: минимизация общего времени выполнения волны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Дано:</a:t>
            </a:r>
          </a:p>
          <a:p>
            <a:pPr>
              <a:spcBef>
                <a:spcPts val="1200"/>
              </a:spcBef>
              <a:defRPr sz="2000"/>
            </a:pPr>
            <a:r>
              <a:t>   • N заданий на сборку (с прогнозом времени)</a:t>
            </a:r>
          </a:p>
          <a:p>
            <a:pPr>
              <a:spcBef>
                <a:spcPts val="1200"/>
              </a:spcBef>
              <a:defRPr sz="2000"/>
            </a:pPr>
            <a:r>
              <a:t>   • M палет для доставки (с прогнозом времени)</a:t>
            </a:r>
          </a:p>
          <a:p>
            <a:pPr>
              <a:spcBef>
                <a:spcPts val="1200"/>
              </a:spcBef>
              <a:defRPr sz="2000"/>
            </a:pPr>
            <a:r>
              <a:t>   • 3 карщика, 20 сборщиков, 64 ячейки буфера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Найти: Какой карщик везёт какую палету? В какую ячейку? В каком порядке?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Ограничения: тяжёлые палеты вниз, приоритетные заказы первыми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6. Цикл оптимизации (каждые 15 минут)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>
                <a:latin typeface="Courier New"/>
              </a:defRPr>
            </a:pPr>
            <a:r>
              <a:t>Заказы (волна) → Прогноз ML.NET → OR-Tools CP-SAT → Исполнение WMS → Обратная связь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1. Получаем список заказов для сборки</a:t>
            </a:r>
          </a:p>
          <a:p>
            <a:pPr>
              <a:spcBef>
                <a:spcPts val="800"/>
              </a:spcBef>
              <a:defRPr sz="1800"/>
            </a:pPr>
            <a:r>
              <a:t>2. ML предсказывает время каждой операции</a:t>
            </a:r>
          </a:p>
          <a:p>
            <a:pPr>
              <a:spcBef>
                <a:spcPts val="800"/>
              </a:spcBef>
              <a:defRPr sz="1800"/>
            </a:pPr>
            <a:r>
              <a:t>3. OR-Tools строит оптимальный план</a:t>
            </a:r>
          </a:p>
          <a:p>
            <a:pPr>
              <a:spcBef>
                <a:spcPts val="800"/>
              </a:spcBef>
              <a:defRPr sz="1800"/>
            </a:pPr>
            <a:r>
              <a:t>4. План отправляется в WMS для исполнения</a:t>
            </a:r>
          </a:p>
          <a:p>
            <a:pPr>
              <a:spcBef>
                <a:spcPts val="800"/>
              </a:spcBef>
              <a:defRPr sz="1800"/>
            </a:pPr>
            <a:r>
              <a:t>5. Результаты используются для улучшения моделей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7. Пример: волна из 50 заданий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БЕЗ оптимизации:</a:t>
            </a:r>
          </a:p>
          <a:p>
            <a:pPr>
              <a:spcBef>
                <a:spcPts val="1200"/>
              </a:spcBef>
              <a:defRPr sz="2000"/>
            </a:pPr>
            <a:r>
              <a:t>   Карщик 1: ████████████████████████ (перегружен)</a:t>
            </a:r>
          </a:p>
          <a:p>
            <a:pPr>
              <a:spcBef>
                <a:spcPts val="1200"/>
              </a:spcBef>
              <a:defRPr sz="2000"/>
            </a:pPr>
            <a:r>
              <a:t>   Карщик 2: ████████░░░░░░░░░░░░░░░░ (недогружен)</a:t>
            </a:r>
          </a:p>
          <a:p>
            <a:pPr>
              <a:spcBef>
                <a:spcPts val="1200"/>
              </a:spcBef>
              <a:defRPr sz="2000"/>
            </a:pPr>
            <a:r>
              <a:t>   Карщик 3: ██████████████░░░░░░░░░░ (средне)</a:t>
            </a:r>
          </a:p>
          <a:p>
            <a:pPr>
              <a:spcBef>
                <a:spcPts val="1200"/>
              </a:spcBef>
              <a:defRPr sz="2000"/>
            </a:pPr>
            <a:r>
              <a:t>   Время волны: 45 минут, простои: 12%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С оптимизацией OR-Tools:</a:t>
            </a:r>
          </a:p>
          <a:p>
            <a:pPr>
              <a:spcBef>
                <a:spcPts val="1200"/>
              </a:spcBef>
              <a:defRPr sz="2000"/>
            </a:pPr>
            <a:r>
              <a:t>   Карщик 1: ████████████████░░░░░░░░ (сбалансировано)</a:t>
            </a:r>
          </a:p>
          <a:p>
            <a:pPr>
              <a:spcBef>
                <a:spcPts val="1200"/>
              </a:spcBef>
              <a:defRPr sz="2000"/>
            </a:pPr>
            <a:r>
              <a:t>   Карщик 2: ███████████████░░░░░░░░░ (сбалансировано)</a:t>
            </a:r>
          </a:p>
          <a:p>
            <a:pPr>
              <a:spcBef>
                <a:spcPts val="1200"/>
              </a:spcBef>
              <a:defRPr sz="2000"/>
            </a:pPr>
            <a:r>
              <a:t>   Карщик 3: ████████████████░░░░░░░░ (сбалансировано)</a:t>
            </a:r>
          </a:p>
          <a:p>
            <a:pPr>
              <a:spcBef>
                <a:spcPts val="1200"/>
              </a:spcBef>
              <a:defRPr sz="2000"/>
            </a:pPr>
            <a:r>
              <a:t>   Время волны: 32 минуты (-29%), простои: 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8. Ожидаемые результаты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До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После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Улучшение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Время волны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-29%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Простои сборщиков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-75%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Критические ситуации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5/день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&lt;1/день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-80%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Пробег карщиков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9. План внедрения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Этап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Задачи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ML-модели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Обучение на истории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Прогноз времени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 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Сравнение с реальностью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Оценка точности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 OR-Tools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Интеграция оптимизатора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Авто-планирование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 Пилот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Работа на реальных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Валидация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 Продакшн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Полная интеграция с WMS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Автономная работа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10. Резюме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Система WMS Buffer Management позволит: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• Прогнозировать время выполнения операций</a:t>
            </a:r>
          </a:p>
          <a:p>
            <a:pPr>
              <a:spcBef>
                <a:spcPts val="1200"/>
              </a:spcBef>
              <a:defRPr sz="2000"/>
            </a:pPr>
            <a:r>
              <a:t>• Автоматически строить оптимальные планы</a:t>
            </a:r>
          </a:p>
          <a:p>
            <a:pPr>
              <a:spcBef>
                <a:spcPts val="1200"/>
              </a:spcBef>
              <a:defRPr sz="2000"/>
            </a:pPr>
            <a:r>
              <a:t>• Сократить время волны на ~30%</a:t>
            </a:r>
          </a:p>
          <a:p>
            <a:pPr>
              <a:spcBef>
                <a:spcPts val="1200"/>
              </a:spcBef>
              <a:defRPr sz="2000"/>
            </a:pPr>
            <a:r>
              <a:t>• Минимизировать простои персонала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Основа: 1.5 млн исторических записей + ML.NET + OR-Tools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Следующий шаг: запуск обучения ML-моделей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